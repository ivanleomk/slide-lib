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 with the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streamed turn and the trace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three model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35224" y="3006547"/>
            <a:ext cx="6574536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100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benchmark is the </a:t>
            </a:r>
            <a:pPr algn="ctr" indent="0" marL="0">
              <a:buNone/>
            </a:pPr>
            <a:r>
              <a:rPr lang="en-US" sz="5100" i="1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bottleneck</a:t>
            </a:r>
            <a:pPr algn="ctr" indent="0" marL="0">
              <a:buNone/>
            </a:pPr>
            <a:r>
              <a:rPr lang="en-US" sz="5100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5100" dirty="0"/>
          </a:p>
        </p:txBody>
      </p:sp>
      <p:sp>
        <p:nvSpPr>
          <p:cNvPr id="4" name="Shape 1"/>
          <p:cNvSpPr/>
          <p:nvPr/>
        </p:nvSpPr>
        <p:spPr>
          <a:xfrm rot="-48000">
            <a:off x="7159752" y="3451860"/>
            <a:ext cx="1979676" cy="43891"/>
          </a:xfrm>
          <a:prstGeom prst="rect">
            <a:avLst/>
          </a:prstGeom>
          <a:solidFill>
            <a:srgbClr val="B5522F"/>
          </a:solidFill>
          <a:ln/>
        </p:spPr>
      </p:sp>
      <p:sp>
        <p:nvSpPr>
          <p:cNvPr id="5" name="Text 2"/>
          <p:cNvSpPr/>
          <p:nvPr/>
        </p:nvSpPr>
        <p:spPr>
          <a:xfrm>
            <a:off x="3304642" y="3648456"/>
            <a:ext cx="5805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F6C6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You do not need evals to move fast. You need evals to keep moving fast.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2902" y="3813048"/>
            <a:ext cx="5105095" cy="470002"/>
          </a:xfrm>
          <a:prstGeom prst="roundRect">
            <a:avLst>
              <a:gd name="adj" fmla="val 15564"/>
            </a:avLst>
          </a:prstGeom>
          <a:solidFill>
            <a:srgbClr val="181818"/>
          </a:solidFill>
          <a:ln/>
        </p:spPr>
      </p:sp>
      <p:sp>
        <p:nvSpPr>
          <p:cNvPr id="4" name="Text 1"/>
          <p:cNvSpPr/>
          <p:nvPr/>
        </p:nvSpPr>
        <p:spPr>
          <a:xfrm>
            <a:off x="812902" y="2079346"/>
            <a:ext cx="10988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6F6C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AI STUDIO</a:t>
            </a:r>
            <a:endParaRPr lang="en-US" sz="1130" dirty="0"/>
          </a:p>
        </p:txBody>
      </p:sp>
      <p:sp>
        <p:nvSpPr>
          <p:cNvPr id="5" name="Text 2"/>
          <p:cNvSpPr/>
          <p:nvPr/>
        </p:nvSpPr>
        <p:spPr>
          <a:xfrm>
            <a:off x="812902" y="2307946"/>
            <a:ext cx="1098834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run, laid out in </a:t>
            </a:r>
            <a:pPr algn="l" indent="0" marL="0">
              <a:buNone/>
            </a:pPr>
            <a:r>
              <a:rPr lang="en-US" sz="4800" i="1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time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 rot="-48000">
            <a:off x="4709160" y="2729484"/>
            <a:ext cx="811073" cy="42062"/>
          </a:xfrm>
          <a:prstGeom prst="rect">
            <a:avLst/>
          </a:prstGeom>
          <a:solidFill>
            <a:srgbClr val="B5522F"/>
          </a:solidFill>
          <a:ln/>
        </p:spPr>
      </p:sp>
      <p:sp>
        <p:nvSpPr>
          <p:cNvPr id="7" name="Text 4"/>
          <p:cNvSpPr/>
          <p:nvPr/>
        </p:nvSpPr>
        <p:spPr>
          <a:xfrm>
            <a:off x="812902" y="3495751"/>
            <a:ext cx="5309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6F6C6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Traces show where latency spikes and where calls fail in production.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14400" y="3914546"/>
            <a:ext cx="5097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9E9A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interactions.py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914400" y="4060850"/>
            <a:ext cx="5097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76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client</a:t>
            </a:r>
            <a:pPr algn="l" indent="0" marL="0">
              <a:buNone/>
            </a:pPr>
            <a:r>
              <a:rPr lang="en-US" sz="1200" dirty="0">
                <a:solidFill>
                  <a:srgbClr val="E6E1D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.interactions.create(model=</a:t>
            </a:r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"gemini-2.5-pro"</a:t>
            </a:r>
            <a:pPr algn="l" indent="0" marL="0">
              <a:buNone/>
            </a:pPr>
            <a:r>
              <a:rPr lang="en-US" sz="1200" dirty="0">
                <a:solidFill>
                  <a:srgbClr val="E6E1D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698" y="3000146"/>
            <a:ext cx="4063594" cy="1777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902" y="2702052"/>
            <a:ext cx="10988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6F6C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MODELS</a:t>
            </a:r>
            <a:endParaRPr lang="en-US" sz="1130" dirty="0"/>
          </a:p>
        </p:txBody>
      </p:sp>
      <p:sp>
        <p:nvSpPr>
          <p:cNvPr id="4" name="Text 1"/>
          <p:cNvSpPr/>
          <p:nvPr/>
        </p:nvSpPr>
        <p:spPr>
          <a:xfrm>
            <a:off x="812902" y="2930652"/>
            <a:ext cx="1098834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models, </a:t>
            </a:r>
            <a:pPr algn="l" indent="0" marL="0">
              <a:buNone/>
            </a:pPr>
            <a:r>
              <a:rPr lang="en-US" sz="4800" i="1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</a:t>
            </a:r>
            <a:pPr algn="l" indent="0" marL="0">
              <a:buNone/>
            </a:pPr>
            <a:r>
              <a:rPr lang="en-US" sz="4800" dirty="0">
                <a:solidFill>
                  <a:srgbClr val="37352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API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 rot="-48000">
            <a:off x="3464662" y="3352190"/>
            <a:ext cx="649224" cy="42062"/>
          </a:xfrm>
          <a:prstGeom prst="rect">
            <a:avLst/>
          </a:prstGeom>
          <a:solidFill>
            <a:srgbClr val="B5522F"/>
          </a:solidFill>
          <a:ln/>
        </p:spPr>
      </p:sp>
      <p:sp>
        <p:nvSpPr>
          <p:cNvPr id="6" name="Text 3"/>
          <p:cNvSpPr/>
          <p:nvPr/>
        </p:nvSpPr>
        <p:spPr>
          <a:xfrm>
            <a:off x="812902" y="3787445"/>
            <a:ext cx="501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735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 Pro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12902" y="3997757"/>
            <a:ext cx="3521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F6C6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Deep reasoning and complex coding.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401922" y="3787445"/>
            <a:ext cx="64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735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 Flash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01922" y="3997757"/>
            <a:ext cx="3521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F6C6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Workhorse model with controllable thinking.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992770" y="3787445"/>
            <a:ext cx="1001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735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 Flash-Lite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92770" y="3997757"/>
            <a:ext cx="3521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F6C6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High-volume, low-latency classification.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Bottleneck Sample Deck</dc:title>
  <dc:subject>PptxGenJS Presentation</dc:subject>
  <dc:creator>PptxGenJS</dc:creator>
  <cp:lastModifiedBy>PptxGenJS</cp:lastModifiedBy>
  <cp:revision>1</cp:revision>
  <dcterms:created xsi:type="dcterms:W3CDTF">2026-09-24T13:16:05Z</dcterms:created>
  <dcterms:modified xsi:type="dcterms:W3CDTF">2026-09-24T13:16:05Z</dcterms:modified>
</cp:coreProperties>
</file>